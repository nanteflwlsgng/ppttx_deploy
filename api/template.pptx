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220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897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937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251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4464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9434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4227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1270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882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1570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583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119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égral">
  <a:themeElements>
    <a:clrScheme name="Inté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é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é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</TotalTime>
  <Words>0</Words>
  <Application>Microsoft Office PowerPoint</Application>
  <PresentationFormat>Grand écran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4" baseType="lpstr">
      <vt:lpstr>Tw Cen MT</vt:lpstr>
      <vt:lpstr>Tw Cen MT Condensed</vt:lpstr>
      <vt:lpstr>Wingdings 3</vt:lpstr>
      <vt:lpstr>Intégral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FLWLSGNG</dc:creator>
  <cp:lastModifiedBy>FLWLSGNG</cp:lastModifiedBy>
  <cp:revision>2</cp:revision>
  <dcterms:created xsi:type="dcterms:W3CDTF">2026-01-26T07:53:49Z</dcterms:created>
  <dcterms:modified xsi:type="dcterms:W3CDTF">2026-01-26T08:04:35Z</dcterms:modified>
</cp:coreProperties>
</file>